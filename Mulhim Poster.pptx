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0275213" cy="42803763"/>
  <p:notesSz cx="6858000" cy="9144000"/>
  <p:defaultTextStyle>
    <a:defPPr>
      <a:defRPr lang="en-US"/>
    </a:defPPr>
    <a:lvl1pPr marL="0" algn="l" defTabSz="4174821" rtl="0" eaLnBrk="1" latinLnBrk="0" hangingPunct="1">
      <a:defRPr sz="8220" kern="1200">
        <a:solidFill>
          <a:schemeClr val="tx1"/>
        </a:solidFill>
        <a:latin typeface="+mn-lt"/>
        <a:ea typeface="+mn-ea"/>
        <a:cs typeface="+mn-cs"/>
      </a:defRPr>
    </a:lvl1pPr>
    <a:lvl2pPr marL="2087407" algn="l" defTabSz="4174821" rtl="0" eaLnBrk="1" latinLnBrk="0" hangingPunct="1">
      <a:defRPr sz="8220" kern="1200">
        <a:solidFill>
          <a:schemeClr val="tx1"/>
        </a:solidFill>
        <a:latin typeface="+mn-lt"/>
        <a:ea typeface="+mn-ea"/>
        <a:cs typeface="+mn-cs"/>
      </a:defRPr>
    </a:lvl2pPr>
    <a:lvl3pPr marL="4174821" algn="l" defTabSz="4174821" rtl="0" eaLnBrk="1" latinLnBrk="0" hangingPunct="1">
      <a:defRPr sz="8220" kern="1200">
        <a:solidFill>
          <a:schemeClr val="tx1"/>
        </a:solidFill>
        <a:latin typeface="+mn-lt"/>
        <a:ea typeface="+mn-ea"/>
        <a:cs typeface="+mn-cs"/>
      </a:defRPr>
    </a:lvl3pPr>
    <a:lvl4pPr marL="6262222" algn="l" defTabSz="4174821" rtl="0" eaLnBrk="1" latinLnBrk="0" hangingPunct="1">
      <a:defRPr sz="8220" kern="1200">
        <a:solidFill>
          <a:schemeClr val="tx1"/>
        </a:solidFill>
        <a:latin typeface="+mn-lt"/>
        <a:ea typeface="+mn-ea"/>
        <a:cs typeface="+mn-cs"/>
      </a:defRPr>
    </a:lvl4pPr>
    <a:lvl5pPr marL="8349635" algn="l" defTabSz="4174821" rtl="0" eaLnBrk="1" latinLnBrk="0" hangingPunct="1">
      <a:defRPr sz="8220" kern="1200">
        <a:solidFill>
          <a:schemeClr val="tx1"/>
        </a:solidFill>
        <a:latin typeface="+mn-lt"/>
        <a:ea typeface="+mn-ea"/>
        <a:cs typeface="+mn-cs"/>
      </a:defRPr>
    </a:lvl5pPr>
    <a:lvl6pPr marL="10437043" algn="l" defTabSz="4174821" rtl="0" eaLnBrk="1" latinLnBrk="0" hangingPunct="1">
      <a:defRPr sz="8220" kern="1200">
        <a:solidFill>
          <a:schemeClr val="tx1"/>
        </a:solidFill>
        <a:latin typeface="+mn-lt"/>
        <a:ea typeface="+mn-ea"/>
        <a:cs typeface="+mn-cs"/>
      </a:defRPr>
    </a:lvl6pPr>
    <a:lvl7pPr marL="12524450" algn="l" defTabSz="4174821" rtl="0" eaLnBrk="1" latinLnBrk="0" hangingPunct="1">
      <a:defRPr sz="8220" kern="1200">
        <a:solidFill>
          <a:schemeClr val="tx1"/>
        </a:solidFill>
        <a:latin typeface="+mn-lt"/>
        <a:ea typeface="+mn-ea"/>
        <a:cs typeface="+mn-cs"/>
      </a:defRPr>
    </a:lvl7pPr>
    <a:lvl8pPr marL="14611863" algn="l" defTabSz="4174821" rtl="0" eaLnBrk="1" latinLnBrk="0" hangingPunct="1">
      <a:defRPr sz="8220" kern="1200">
        <a:solidFill>
          <a:schemeClr val="tx1"/>
        </a:solidFill>
        <a:latin typeface="+mn-lt"/>
        <a:ea typeface="+mn-ea"/>
        <a:cs typeface="+mn-cs"/>
      </a:defRPr>
    </a:lvl8pPr>
    <a:lvl9pPr marL="16699267" algn="l" defTabSz="4174821" rtl="0" eaLnBrk="1" latinLnBrk="0" hangingPunct="1">
      <a:defRPr sz="822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hammed Alrouji" initials="M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AFB"/>
    <a:srgbClr val="FFFFFF"/>
    <a:srgbClr val="D69D56"/>
    <a:srgbClr val="C59A43"/>
    <a:srgbClr val="A87B10"/>
    <a:srgbClr val="1E733A"/>
    <a:srgbClr val="248745"/>
    <a:srgbClr val="0033CC"/>
    <a:srgbClr val="B642C8"/>
    <a:srgbClr val="1D7D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85" autoAdjust="0"/>
    <p:restoredTop sz="95572"/>
  </p:normalViewPr>
  <p:slideViewPr>
    <p:cSldViewPr>
      <p:cViewPr>
        <p:scale>
          <a:sx n="33" d="100"/>
          <a:sy n="33" d="100"/>
        </p:scale>
        <p:origin x="1142" y="-5578"/>
      </p:cViewPr>
      <p:guideLst>
        <p:guide orient="horz" pos="13482"/>
        <p:guide pos="95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7F944C-4384-4955-A79E-68A308DF3B6B}" type="datetimeFigureOut">
              <a:rPr lang="en-GB" smtClean="0"/>
              <a:t>02/09/2025</a:t>
            </a:fld>
            <a:endParaRPr lang="en-GB"/>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8EEFA1-619F-48A8-B371-3ED39D7B1455}" type="slidenum">
              <a:rPr lang="en-GB" smtClean="0"/>
              <a:t>‹#›</a:t>
            </a:fld>
            <a:endParaRPr lang="en-GB"/>
          </a:p>
        </p:txBody>
      </p:sp>
    </p:spTree>
    <p:extLst>
      <p:ext uri="{BB962C8B-B14F-4D97-AF65-F5344CB8AC3E}">
        <p14:creationId xmlns:p14="http://schemas.microsoft.com/office/powerpoint/2010/main" val="3126381882"/>
      </p:ext>
    </p:extLst>
  </p:cSld>
  <p:clrMap bg1="lt1" tx1="dk1" bg2="lt2" tx2="dk2" accent1="accent1" accent2="accent2" accent3="accent3" accent4="accent4" accent5="accent5" accent6="accent6" hlink="hlink" folHlink="folHlink"/>
  <p:notesStyle>
    <a:lvl1pPr marL="0" algn="l" defTabSz="4175848" rtl="0" eaLnBrk="1" latinLnBrk="0" hangingPunct="1">
      <a:defRPr sz="5479" kern="1200">
        <a:solidFill>
          <a:schemeClr val="tx1"/>
        </a:solidFill>
        <a:latin typeface="+mn-lt"/>
        <a:ea typeface="+mn-ea"/>
        <a:cs typeface="+mn-cs"/>
      </a:defRPr>
    </a:lvl1pPr>
    <a:lvl2pPr marL="2087924" algn="l" defTabSz="4175848" rtl="0" eaLnBrk="1" latinLnBrk="0" hangingPunct="1">
      <a:defRPr sz="5479" kern="1200">
        <a:solidFill>
          <a:schemeClr val="tx1"/>
        </a:solidFill>
        <a:latin typeface="+mn-lt"/>
        <a:ea typeface="+mn-ea"/>
        <a:cs typeface="+mn-cs"/>
      </a:defRPr>
    </a:lvl2pPr>
    <a:lvl3pPr marL="4175848" algn="l" defTabSz="4175848" rtl="0" eaLnBrk="1" latinLnBrk="0" hangingPunct="1">
      <a:defRPr sz="5479" kern="1200">
        <a:solidFill>
          <a:schemeClr val="tx1"/>
        </a:solidFill>
        <a:latin typeface="+mn-lt"/>
        <a:ea typeface="+mn-ea"/>
        <a:cs typeface="+mn-cs"/>
      </a:defRPr>
    </a:lvl3pPr>
    <a:lvl4pPr marL="6263772" algn="l" defTabSz="4175848" rtl="0" eaLnBrk="1" latinLnBrk="0" hangingPunct="1">
      <a:defRPr sz="5479" kern="1200">
        <a:solidFill>
          <a:schemeClr val="tx1"/>
        </a:solidFill>
        <a:latin typeface="+mn-lt"/>
        <a:ea typeface="+mn-ea"/>
        <a:cs typeface="+mn-cs"/>
      </a:defRPr>
    </a:lvl4pPr>
    <a:lvl5pPr marL="8351695" algn="l" defTabSz="4175848" rtl="0" eaLnBrk="1" latinLnBrk="0" hangingPunct="1">
      <a:defRPr sz="5479" kern="1200">
        <a:solidFill>
          <a:schemeClr val="tx1"/>
        </a:solidFill>
        <a:latin typeface="+mn-lt"/>
        <a:ea typeface="+mn-ea"/>
        <a:cs typeface="+mn-cs"/>
      </a:defRPr>
    </a:lvl5pPr>
    <a:lvl6pPr marL="10439619" algn="l" defTabSz="4175848" rtl="0" eaLnBrk="1" latinLnBrk="0" hangingPunct="1">
      <a:defRPr sz="5479" kern="1200">
        <a:solidFill>
          <a:schemeClr val="tx1"/>
        </a:solidFill>
        <a:latin typeface="+mn-lt"/>
        <a:ea typeface="+mn-ea"/>
        <a:cs typeface="+mn-cs"/>
      </a:defRPr>
    </a:lvl6pPr>
    <a:lvl7pPr marL="12527543" algn="l" defTabSz="4175848" rtl="0" eaLnBrk="1" latinLnBrk="0" hangingPunct="1">
      <a:defRPr sz="5479" kern="1200">
        <a:solidFill>
          <a:schemeClr val="tx1"/>
        </a:solidFill>
        <a:latin typeface="+mn-lt"/>
        <a:ea typeface="+mn-ea"/>
        <a:cs typeface="+mn-cs"/>
      </a:defRPr>
    </a:lvl7pPr>
    <a:lvl8pPr marL="14615465" algn="l" defTabSz="4175848" rtl="0" eaLnBrk="1" latinLnBrk="0" hangingPunct="1">
      <a:defRPr sz="5479" kern="1200">
        <a:solidFill>
          <a:schemeClr val="tx1"/>
        </a:solidFill>
        <a:latin typeface="+mn-lt"/>
        <a:ea typeface="+mn-ea"/>
        <a:cs typeface="+mn-cs"/>
      </a:defRPr>
    </a:lvl8pPr>
    <a:lvl9pPr marL="16703389" algn="l" defTabSz="4175848" rtl="0" eaLnBrk="1" latinLnBrk="0" hangingPunct="1">
      <a:defRPr sz="547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8388" y="1143000"/>
            <a:ext cx="2181225"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88EEFA1-619F-48A8-B371-3ED39D7B1455}" type="slidenum">
              <a:rPr lang="en-GB" smtClean="0"/>
              <a:t>1</a:t>
            </a:fld>
            <a:endParaRPr lang="en-GB"/>
          </a:p>
        </p:txBody>
      </p:sp>
    </p:spTree>
    <p:extLst>
      <p:ext uri="{BB962C8B-B14F-4D97-AF65-F5344CB8AC3E}">
        <p14:creationId xmlns:p14="http://schemas.microsoft.com/office/powerpoint/2010/main" val="1461119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13296913"/>
            <a:ext cx="25733932" cy="9175067"/>
          </a:xfrm>
        </p:spPr>
        <p:txBody>
          <a:bodyPr/>
          <a:lstStyle/>
          <a:p>
            <a:r>
              <a:rPr lang="en-US"/>
              <a:t>Click to edit Master title style</a:t>
            </a:r>
          </a:p>
        </p:txBody>
      </p:sp>
      <p:sp>
        <p:nvSpPr>
          <p:cNvPr id="3" name="Subtitle 2"/>
          <p:cNvSpPr>
            <a:spLocks noGrp="1"/>
          </p:cNvSpPr>
          <p:nvPr>
            <p:ph type="subTitle" idx="1"/>
          </p:nvPr>
        </p:nvSpPr>
        <p:spPr>
          <a:xfrm>
            <a:off x="4541284" y="24255467"/>
            <a:ext cx="21192650" cy="10938739"/>
          </a:xfrm>
        </p:spPr>
        <p:txBody>
          <a:bodyPr/>
          <a:lstStyle>
            <a:lvl1pPr marL="0" indent="0" algn="ctr">
              <a:buNone/>
              <a:defRPr>
                <a:solidFill>
                  <a:schemeClr val="tx1">
                    <a:tint val="75000"/>
                  </a:schemeClr>
                </a:solidFill>
              </a:defRPr>
            </a:lvl1pPr>
            <a:lvl2pPr marL="1513476" indent="0" algn="ctr">
              <a:buNone/>
              <a:defRPr>
                <a:solidFill>
                  <a:schemeClr val="tx1">
                    <a:tint val="75000"/>
                  </a:schemeClr>
                </a:solidFill>
              </a:defRPr>
            </a:lvl2pPr>
            <a:lvl3pPr marL="3026955" indent="0" algn="ctr">
              <a:buNone/>
              <a:defRPr>
                <a:solidFill>
                  <a:schemeClr val="tx1">
                    <a:tint val="75000"/>
                  </a:schemeClr>
                </a:solidFill>
              </a:defRPr>
            </a:lvl3pPr>
            <a:lvl4pPr marL="4540429" indent="0" algn="ctr">
              <a:buNone/>
              <a:defRPr>
                <a:solidFill>
                  <a:schemeClr val="tx1">
                    <a:tint val="75000"/>
                  </a:schemeClr>
                </a:solidFill>
              </a:defRPr>
            </a:lvl4pPr>
            <a:lvl5pPr marL="6053908" indent="0" algn="ctr">
              <a:buNone/>
              <a:defRPr>
                <a:solidFill>
                  <a:schemeClr val="tx1">
                    <a:tint val="75000"/>
                  </a:schemeClr>
                </a:solidFill>
              </a:defRPr>
            </a:lvl5pPr>
            <a:lvl6pPr marL="7567384" indent="0" algn="ctr">
              <a:buNone/>
              <a:defRPr>
                <a:solidFill>
                  <a:schemeClr val="tx1">
                    <a:tint val="75000"/>
                  </a:schemeClr>
                </a:solidFill>
              </a:defRPr>
            </a:lvl6pPr>
            <a:lvl7pPr marL="9080861" indent="0" algn="ctr">
              <a:buNone/>
              <a:defRPr>
                <a:solidFill>
                  <a:schemeClr val="tx1">
                    <a:tint val="75000"/>
                  </a:schemeClr>
                </a:solidFill>
              </a:defRPr>
            </a:lvl7pPr>
            <a:lvl8pPr marL="10594341" indent="0" algn="ctr">
              <a:buNone/>
              <a:defRPr>
                <a:solidFill>
                  <a:schemeClr val="tx1">
                    <a:tint val="75000"/>
                  </a:schemeClr>
                </a:solidFill>
              </a:defRPr>
            </a:lvl8pPr>
            <a:lvl9pPr marL="1210781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1532" y="27505389"/>
            <a:ext cx="25733932" cy="8501304"/>
          </a:xfrm>
        </p:spPr>
        <p:txBody>
          <a:bodyPr anchor="t"/>
          <a:lstStyle>
            <a:lvl1pPr algn="l">
              <a:defRPr sz="13245" b="1" cap="all"/>
            </a:lvl1pPr>
          </a:lstStyle>
          <a:p>
            <a:r>
              <a:rPr lang="en-US"/>
              <a:t>Click to edit Master title style</a:t>
            </a:r>
          </a:p>
        </p:txBody>
      </p:sp>
      <p:sp>
        <p:nvSpPr>
          <p:cNvPr id="3" name="Text Placeholder 2"/>
          <p:cNvSpPr>
            <a:spLocks noGrp="1"/>
          </p:cNvSpPr>
          <p:nvPr>
            <p:ph type="body" idx="1"/>
          </p:nvPr>
        </p:nvSpPr>
        <p:spPr>
          <a:xfrm>
            <a:off x="2391532" y="18142072"/>
            <a:ext cx="25733932" cy="9363319"/>
          </a:xfrm>
        </p:spPr>
        <p:txBody>
          <a:bodyPr anchor="b"/>
          <a:lstStyle>
            <a:lvl1pPr marL="0" indent="0">
              <a:buNone/>
              <a:defRPr sz="6622">
                <a:solidFill>
                  <a:schemeClr val="tx1">
                    <a:tint val="75000"/>
                  </a:schemeClr>
                </a:solidFill>
              </a:defRPr>
            </a:lvl1pPr>
            <a:lvl2pPr marL="1513476" indent="0">
              <a:buNone/>
              <a:defRPr sz="5959">
                <a:solidFill>
                  <a:schemeClr val="tx1">
                    <a:tint val="75000"/>
                  </a:schemeClr>
                </a:solidFill>
              </a:defRPr>
            </a:lvl2pPr>
            <a:lvl3pPr marL="3026955" indent="0">
              <a:buNone/>
              <a:defRPr sz="5298">
                <a:solidFill>
                  <a:schemeClr val="tx1">
                    <a:tint val="75000"/>
                  </a:schemeClr>
                </a:solidFill>
              </a:defRPr>
            </a:lvl3pPr>
            <a:lvl4pPr marL="4540429" indent="0">
              <a:buNone/>
              <a:defRPr sz="4636">
                <a:solidFill>
                  <a:schemeClr val="tx1">
                    <a:tint val="75000"/>
                  </a:schemeClr>
                </a:solidFill>
              </a:defRPr>
            </a:lvl4pPr>
            <a:lvl5pPr marL="6053908" indent="0">
              <a:buNone/>
              <a:defRPr sz="4636">
                <a:solidFill>
                  <a:schemeClr val="tx1">
                    <a:tint val="75000"/>
                  </a:schemeClr>
                </a:solidFill>
              </a:defRPr>
            </a:lvl5pPr>
            <a:lvl6pPr marL="7567384" indent="0">
              <a:buNone/>
              <a:defRPr sz="4636">
                <a:solidFill>
                  <a:schemeClr val="tx1">
                    <a:tint val="75000"/>
                  </a:schemeClr>
                </a:solidFill>
              </a:defRPr>
            </a:lvl6pPr>
            <a:lvl7pPr marL="9080861" indent="0">
              <a:buNone/>
              <a:defRPr sz="4636">
                <a:solidFill>
                  <a:schemeClr val="tx1">
                    <a:tint val="75000"/>
                  </a:schemeClr>
                </a:solidFill>
              </a:defRPr>
            </a:lvl7pPr>
            <a:lvl8pPr marL="10594341" indent="0">
              <a:buNone/>
              <a:defRPr sz="4636">
                <a:solidFill>
                  <a:schemeClr val="tx1">
                    <a:tint val="75000"/>
                  </a:schemeClr>
                </a:solidFill>
              </a:defRPr>
            </a:lvl8pPr>
            <a:lvl9pPr marL="12107813" indent="0">
              <a:buNone/>
              <a:defRPr sz="463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13762" y="9987554"/>
            <a:ext cx="13371552" cy="28248505"/>
          </a:xfrm>
        </p:spPr>
        <p:txBody>
          <a:bodyPr/>
          <a:lstStyle>
            <a:lvl1pPr>
              <a:defRPr sz="9271"/>
            </a:lvl1pPr>
            <a:lvl2pPr>
              <a:defRPr sz="7946"/>
            </a:lvl2pPr>
            <a:lvl3pPr>
              <a:defRPr sz="6622"/>
            </a:lvl3pPr>
            <a:lvl4pPr>
              <a:defRPr sz="5959"/>
            </a:lvl4pPr>
            <a:lvl5pPr>
              <a:defRPr sz="5959"/>
            </a:lvl5pPr>
            <a:lvl6pPr>
              <a:defRPr sz="5959"/>
            </a:lvl6pPr>
            <a:lvl7pPr>
              <a:defRPr sz="5959"/>
            </a:lvl7pPr>
            <a:lvl8pPr>
              <a:defRPr sz="5959"/>
            </a:lvl8pPr>
            <a:lvl9pPr>
              <a:defRPr sz="595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5389904" y="9987554"/>
            <a:ext cx="13371552" cy="28248505"/>
          </a:xfrm>
        </p:spPr>
        <p:txBody>
          <a:bodyPr/>
          <a:lstStyle>
            <a:lvl1pPr>
              <a:defRPr sz="9271"/>
            </a:lvl1pPr>
            <a:lvl2pPr>
              <a:defRPr sz="7946"/>
            </a:lvl2pPr>
            <a:lvl3pPr>
              <a:defRPr sz="6622"/>
            </a:lvl3pPr>
            <a:lvl4pPr>
              <a:defRPr sz="5959"/>
            </a:lvl4pPr>
            <a:lvl5pPr>
              <a:defRPr sz="5959"/>
            </a:lvl5pPr>
            <a:lvl6pPr>
              <a:defRPr sz="5959"/>
            </a:lvl6pPr>
            <a:lvl7pPr>
              <a:defRPr sz="5959"/>
            </a:lvl7pPr>
            <a:lvl8pPr>
              <a:defRPr sz="5959"/>
            </a:lvl8pPr>
            <a:lvl9pPr>
              <a:defRPr sz="595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513760" y="9581310"/>
            <a:ext cx="13376811" cy="3993032"/>
          </a:xfrm>
        </p:spPr>
        <p:txBody>
          <a:bodyPr anchor="b"/>
          <a:lstStyle>
            <a:lvl1pPr marL="0" indent="0">
              <a:buNone/>
              <a:defRPr sz="7946" b="1"/>
            </a:lvl1pPr>
            <a:lvl2pPr marL="1513476" indent="0">
              <a:buNone/>
              <a:defRPr sz="6622" b="1"/>
            </a:lvl2pPr>
            <a:lvl3pPr marL="3026955" indent="0">
              <a:buNone/>
              <a:defRPr sz="5959" b="1"/>
            </a:lvl3pPr>
            <a:lvl4pPr marL="4540429" indent="0">
              <a:buNone/>
              <a:defRPr sz="5298" b="1"/>
            </a:lvl4pPr>
            <a:lvl5pPr marL="6053908" indent="0">
              <a:buNone/>
              <a:defRPr sz="5298" b="1"/>
            </a:lvl5pPr>
            <a:lvl6pPr marL="7567384" indent="0">
              <a:buNone/>
              <a:defRPr sz="5298" b="1"/>
            </a:lvl6pPr>
            <a:lvl7pPr marL="9080861" indent="0">
              <a:buNone/>
              <a:defRPr sz="5298" b="1"/>
            </a:lvl7pPr>
            <a:lvl8pPr marL="10594341" indent="0">
              <a:buNone/>
              <a:defRPr sz="5298" b="1"/>
            </a:lvl8pPr>
            <a:lvl9pPr marL="12107813" indent="0">
              <a:buNone/>
              <a:defRPr sz="5298" b="1"/>
            </a:lvl9pPr>
          </a:lstStyle>
          <a:p>
            <a:pPr lvl="0"/>
            <a:r>
              <a:rPr lang="en-US"/>
              <a:t>Click to edit Master text styles</a:t>
            </a:r>
          </a:p>
        </p:txBody>
      </p:sp>
      <p:sp>
        <p:nvSpPr>
          <p:cNvPr id="4" name="Content Placeholder 3"/>
          <p:cNvSpPr>
            <a:spLocks noGrp="1"/>
          </p:cNvSpPr>
          <p:nvPr>
            <p:ph sz="half" idx="2"/>
          </p:nvPr>
        </p:nvSpPr>
        <p:spPr>
          <a:xfrm>
            <a:off x="1513760" y="13574341"/>
            <a:ext cx="13376811" cy="24661709"/>
          </a:xfrm>
        </p:spPr>
        <p:txBody>
          <a:bodyPr/>
          <a:lstStyle>
            <a:lvl1pPr>
              <a:defRPr sz="7946"/>
            </a:lvl1pPr>
            <a:lvl2pPr>
              <a:defRPr sz="6622"/>
            </a:lvl2pPr>
            <a:lvl3pPr>
              <a:defRPr sz="5959"/>
            </a:lvl3pPr>
            <a:lvl4pPr>
              <a:defRPr sz="5298"/>
            </a:lvl4pPr>
            <a:lvl5pPr>
              <a:defRPr sz="5298"/>
            </a:lvl5pPr>
            <a:lvl6pPr>
              <a:defRPr sz="5298"/>
            </a:lvl6pPr>
            <a:lvl7pPr>
              <a:defRPr sz="5298"/>
            </a:lvl7pPr>
            <a:lvl8pPr>
              <a:defRPr sz="5298"/>
            </a:lvl8pPr>
            <a:lvl9pPr>
              <a:defRPr sz="52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5379394" y="9581310"/>
            <a:ext cx="13382065" cy="3993032"/>
          </a:xfrm>
        </p:spPr>
        <p:txBody>
          <a:bodyPr anchor="b"/>
          <a:lstStyle>
            <a:lvl1pPr marL="0" indent="0">
              <a:buNone/>
              <a:defRPr sz="7946" b="1"/>
            </a:lvl1pPr>
            <a:lvl2pPr marL="1513476" indent="0">
              <a:buNone/>
              <a:defRPr sz="6622" b="1"/>
            </a:lvl2pPr>
            <a:lvl3pPr marL="3026955" indent="0">
              <a:buNone/>
              <a:defRPr sz="5959" b="1"/>
            </a:lvl3pPr>
            <a:lvl4pPr marL="4540429" indent="0">
              <a:buNone/>
              <a:defRPr sz="5298" b="1"/>
            </a:lvl4pPr>
            <a:lvl5pPr marL="6053908" indent="0">
              <a:buNone/>
              <a:defRPr sz="5298" b="1"/>
            </a:lvl5pPr>
            <a:lvl6pPr marL="7567384" indent="0">
              <a:buNone/>
              <a:defRPr sz="5298" b="1"/>
            </a:lvl6pPr>
            <a:lvl7pPr marL="9080861" indent="0">
              <a:buNone/>
              <a:defRPr sz="5298" b="1"/>
            </a:lvl7pPr>
            <a:lvl8pPr marL="10594341" indent="0">
              <a:buNone/>
              <a:defRPr sz="5298" b="1"/>
            </a:lvl8pPr>
            <a:lvl9pPr marL="12107813" indent="0">
              <a:buNone/>
              <a:defRPr sz="5298" b="1"/>
            </a:lvl9pPr>
          </a:lstStyle>
          <a:p>
            <a:pPr lvl="0"/>
            <a:r>
              <a:rPr lang="en-US"/>
              <a:t>Click to edit Master text styles</a:t>
            </a:r>
          </a:p>
        </p:txBody>
      </p:sp>
      <p:sp>
        <p:nvSpPr>
          <p:cNvPr id="6" name="Content Placeholder 5"/>
          <p:cNvSpPr>
            <a:spLocks noGrp="1"/>
          </p:cNvSpPr>
          <p:nvPr>
            <p:ph sz="quarter" idx="4"/>
          </p:nvPr>
        </p:nvSpPr>
        <p:spPr>
          <a:xfrm>
            <a:off x="15379394" y="13574341"/>
            <a:ext cx="13382065" cy="24661709"/>
          </a:xfrm>
        </p:spPr>
        <p:txBody>
          <a:bodyPr/>
          <a:lstStyle>
            <a:lvl1pPr>
              <a:defRPr sz="7946"/>
            </a:lvl1pPr>
            <a:lvl2pPr>
              <a:defRPr sz="6622"/>
            </a:lvl2pPr>
            <a:lvl3pPr>
              <a:defRPr sz="5959"/>
            </a:lvl3pPr>
            <a:lvl4pPr>
              <a:defRPr sz="5298"/>
            </a:lvl4pPr>
            <a:lvl5pPr>
              <a:defRPr sz="5298"/>
            </a:lvl5pPr>
            <a:lvl6pPr>
              <a:defRPr sz="5298"/>
            </a:lvl6pPr>
            <a:lvl7pPr>
              <a:defRPr sz="5298"/>
            </a:lvl7pPr>
            <a:lvl8pPr>
              <a:defRPr sz="5298"/>
            </a:lvl8pPr>
            <a:lvl9pPr>
              <a:defRPr sz="52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3766" y="1704223"/>
            <a:ext cx="9960336" cy="7252859"/>
          </a:xfrm>
        </p:spPr>
        <p:txBody>
          <a:bodyPr anchor="b"/>
          <a:lstStyle>
            <a:lvl1pPr algn="l">
              <a:defRPr sz="6622" b="1"/>
            </a:lvl1pPr>
          </a:lstStyle>
          <a:p>
            <a:r>
              <a:rPr lang="en-US"/>
              <a:t>Click to edit Master title style</a:t>
            </a:r>
          </a:p>
        </p:txBody>
      </p:sp>
      <p:sp>
        <p:nvSpPr>
          <p:cNvPr id="3" name="Content Placeholder 2"/>
          <p:cNvSpPr>
            <a:spLocks noGrp="1"/>
          </p:cNvSpPr>
          <p:nvPr>
            <p:ph idx="1"/>
          </p:nvPr>
        </p:nvSpPr>
        <p:spPr>
          <a:xfrm>
            <a:off x="11836769" y="1704234"/>
            <a:ext cx="16924686" cy="36531827"/>
          </a:xfrm>
        </p:spPr>
        <p:txBody>
          <a:bodyPr/>
          <a:lstStyle>
            <a:lvl1pPr>
              <a:defRPr sz="10596"/>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513766" y="8957094"/>
            <a:ext cx="9960336" cy="29278966"/>
          </a:xfrm>
        </p:spPr>
        <p:txBody>
          <a:bodyPr/>
          <a:lstStyle>
            <a:lvl1pPr marL="0" indent="0">
              <a:buNone/>
              <a:defRPr sz="4636"/>
            </a:lvl1pPr>
            <a:lvl2pPr marL="1513476" indent="0">
              <a:buNone/>
              <a:defRPr sz="3973"/>
            </a:lvl2pPr>
            <a:lvl3pPr marL="3026955" indent="0">
              <a:buNone/>
              <a:defRPr sz="3312"/>
            </a:lvl3pPr>
            <a:lvl4pPr marL="4540429" indent="0">
              <a:buNone/>
              <a:defRPr sz="2980"/>
            </a:lvl4pPr>
            <a:lvl5pPr marL="6053908" indent="0">
              <a:buNone/>
              <a:defRPr sz="2980"/>
            </a:lvl5pPr>
            <a:lvl6pPr marL="7567384" indent="0">
              <a:buNone/>
              <a:defRPr sz="2980"/>
            </a:lvl6pPr>
            <a:lvl7pPr marL="9080861" indent="0">
              <a:buNone/>
              <a:defRPr sz="2980"/>
            </a:lvl7pPr>
            <a:lvl8pPr marL="10594341" indent="0">
              <a:buNone/>
              <a:defRPr sz="2980"/>
            </a:lvl8pPr>
            <a:lvl9pPr marL="12107813" indent="0">
              <a:buNone/>
              <a:defRPr sz="298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4153" y="29962634"/>
            <a:ext cx="18165128" cy="3537260"/>
          </a:xfrm>
        </p:spPr>
        <p:txBody>
          <a:bodyPr anchor="b"/>
          <a:lstStyle>
            <a:lvl1pPr algn="l">
              <a:defRPr sz="6622" b="1"/>
            </a:lvl1pPr>
          </a:lstStyle>
          <a:p>
            <a:r>
              <a:rPr lang="en-US"/>
              <a:t>Click to edit Master title style</a:t>
            </a:r>
          </a:p>
        </p:txBody>
      </p:sp>
      <p:sp>
        <p:nvSpPr>
          <p:cNvPr id="3" name="Picture Placeholder 2"/>
          <p:cNvSpPr>
            <a:spLocks noGrp="1"/>
          </p:cNvSpPr>
          <p:nvPr>
            <p:ph type="pic" idx="1"/>
          </p:nvPr>
        </p:nvSpPr>
        <p:spPr>
          <a:xfrm>
            <a:off x="5934153" y="3824596"/>
            <a:ext cx="18165128" cy="25682258"/>
          </a:xfrm>
        </p:spPr>
        <p:txBody>
          <a:bodyPr/>
          <a:lstStyle>
            <a:lvl1pPr marL="0" indent="0">
              <a:buNone/>
              <a:defRPr sz="10596"/>
            </a:lvl1pPr>
            <a:lvl2pPr marL="1513476" indent="0">
              <a:buNone/>
              <a:defRPr sz="9271"/>
            </a:lvl2pPr>
            <a:lvl3pPr marL="3026955" indent="0">
              <a:buNone/>
              <a:defRPr sz="7946"/>
            </a:lvl3pPr>
            <a:lvl4pPr marL="4540429" indent="0">
              <a:buNone/>
              <a:defRPr sz="6622"/>
            </a:lvl4pPr>
            <a:lvl5pPr marL="6053908" indent="0">
              <a:buNone/>
              <a:defRPr sz="6622"/>
            </a:lvl5pPr>
            <a:lvl6pPr marL="7567384" indent="0">
              <a:buNone/>
              <a:defRPr sz="6622"/>
            </a:lvl6pPr>
            <a:lvl7pPr marL="9080861" indent="0">
              <a:buNone/>
              <a:defRPr sz="6622"/>
            </a:lvl7pPr>
            <a:lvl8pPr marL="10594341" indent="0">
              <a:buNone/>
              <a:defRPr sz="6622"/>
            </a:lvl8pPr>
            <a:lvl9pPr marL="12107813" indent="0">
              <a:buNone/>
              <a:defRPr sz="6622"/>
            </a:lvl9pPr>
          </a:lstStyle>
          <a:p>
            <a:endParaRPr lang="en-US"/>
          </a:p>
        </p:txBody>
      </p:sp>
      <p:sp>
        <p:nvSpPr>
          <p:cNvPr id="4" name="Text Placeholder 3"/>
          <p:cNvSpPr>
            <a:spLocks noGrp="1"/>
          </p:cNvSpPr>
          <p:nvPr>
            <p:ph type="body" sz="half" idx="2"/>
          </p:nvPr>
        </p:nvSpPr>
        <p:spPr>
          <a:xfrm>
            <a:off x="5934153" y="33499892"/>
            <a:ext cx="18165128" cy="5023493"/>
          </a:xfrm>
        </p:spPr>
        <p:txBody>
          <a:bodyPr/>
          <a:lstStyle>
            <a:lvl1pPr marL="0" indent="0">
              <a:buNone/>
              <a:defRPr sz="4636"/>
            </a:lvl1pPr>
            <a:lvl2pPr marL="1513476" indent="0">
              <a:buNone/>
              <a:defRPr sz="3973"/>
            </a:lvl2pPr>
            <a:lvl3pPr marL="3026955" indent="0">
              <a:buNone/>
              <a:defRPr sz="3312"/>
            </a:lvl3pPr>
            <a:lvl4pPr marL="4540429" indent="0">
              <a:buNone/>
              <a:defRPr sz="2980"/>
            </a:lvl4pPr>
            <a:lvl5pPr marL="6053908" indent="0">
              <a:buNone/>
              <a:defRPr sz="2980"/>
            </a:lvl5pPr>
            <a:lvl6pPr marL="7567384" indent="0">
              <a:buNone/>
              <a:defRPr sz="2980"/>
            </a:lvl6pPr>
            <a:lvl7pPr marL="9080861" indent="0">
              <a:buNone/>
              <a:defRPr sz="2980"/>
            </a:lvl7pPr>
            <a:lvl8pPr marL="10594341" indent="0">
              <a:buNone/>
              <a:defRPr sz="2980"/>
            </a:lvl8pPr>
            <a:lvl9pPr marL="12107813" indent="0">
              <a:buNone/>
              <a:defRPr sz="298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949530" y="1714144"/>
            <a:ext cx="6811923" cy="3652191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13763" y="1714144"/>
            <a:ext cx="19931181" cy="365219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3764" y="1714134"/>
            <a:ext cx="27247691" cy="7133962"/>
          </a:xfrm>
          <a:prstGeom prst="rect">
            <a:avLst/>
          </a:prstGeom>
        </p:spPr>
        <p:txBody>
          <a:bodyPr vert="horz" lIns="91417" tIns="45709" rIns="91417" bIns="45709" rtlCol="0" anchor="ctr">
            <a:normAutofit/>
          </a:bodyPr>
          <a:lstStyle/>
          <a:p>
            <a:r>
              <a:rPr lang="en-US"/>
              <a:t>Click to edit Master title style</a:t>
            </a:r>
          </a:p>
        </p:txBody>
      </p:sp>
      <p:sp>
        <p:nvSpPr>
          <p:cNvPr id="3" name="Text Placeholder 2"/>
          <p:cNvSpPr>
            <a:spLocks noGrp="1"/>
          </p:cNvSpPr>
          <p:nvPr>
            <p:ph type="body" idx="1"/>
          </p:nvPr>
        </p:nvSpPr>
        <p:spPr>
          <a:xfrm>
            <a:off x="1513764" y="9987554"/>
            <a:ext cx="27247691" cy="28248505"/>
          </a:xfrm>
          <a:prstGeom prst="rect">
            <a:avLst/>
          </a:prstGeom>
        </p:spPr>
        <p:txBody>
          <a:bodyPr vert="horz" lIns="91417" tIns="45709" rIns="91417" bIns="4570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513762" y="39672756"/>
            <a:ext cx="7064216" cy="2278904"/>
          </a:xfrm>
          <a:prstGeom prst="rect">
            <a:avLst/>
          </a:prstGeom>
        </p:spPr>
        <p:txBody>
          <a:bodyPr vert="horz" lIns="91417" tIns="45709" rIns="91417" bIns="45709" rtlCol="0" anchor="ctr"/>
          <a:lstStyle>
            <a:lvl1pPr algn="l">
              <a:defRPr sz="3973">
                <a:solidFill>
                  <a:schemeClr val="tx1">
                    <a:tint val="75000"/>
                  </a:schemeClr>
                </a:solidFill>
              </a:defRPr>
            </a:lvl1pPr>
          </a:lstStyle>
          <a:p>
            <a:fld id="{1D8BD707-D9CF-40AE-B4C6-C98DA3205C09}" type="datetimeFigureOut">
              <a:rPr lang="en-US" smtClean="0"/>
              <a:pPr/>
              <a:t>9/2/2025</a:t>
            </a:fld>
            <a:endParaRPr lang="en-US"/>
          </a:p>
        </p:txBody>
      </p:sp>
      <p:sp>
        <p:nvSpPr>
          <p:cNvPr id="5" name="Footer Placeholder 4"/>
          <p:cNvSpPr>
            <a:spLocks noGrp="1"/>
          </p:cNvSpPr>
          <p:nvPr>
            <p:ph type="ftr" sz="quarter" idx="3"/>
          </p:nvPr>
        </p:nvSpPr>
        <p:spPr>
          <a:xfrm>
            <a:off x="10344032" y="39672756"/>
            <a:ext cx="9587151" cy="2278904"/>
          </a:xfrm>
          <a:prstGeom prst="rect">
            <a:avLst/>
          </a:prstGeom>
        </p:spPr>
        <p:txBody>
          <a:bodyPr vert="horz" lIns="91417" tIns="45709" rIns="91417" bIns="45709" rtlCol="0" anchor="ctr"/>
          <a:lstStyle>
            <a:lvl1pPr algn="ctr">
              <a:defRPr sz="397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1697240" y="39672756"/>
            <a:ext cx="7064216" cy="2278904"/>
          </a:xfrm>
          <a:prstGeom prst="rect">
            <a:avLst/>
          </a:prstGeom>
        </p:spPr>
        <p:txBody>
          <a:bodyPr vert="horz" lIns="91417" tIns="45709" rIns="91417" bIns="45709" rtlCol="0" anchor="ctr"/>
          <a:lstStyle>
            <a:lvl1pPr algn="r">
              <a:defRPr sz="3973">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026955" rtl="0" eaLnBrk="1" latinLnBrk="0" hangingPunct="1">
        <a:spcBef>
          <a:spcPct val="0"/>
        </a:spcBef>
        <a:buNone/>
        <a:defRPr sz="14568" kern="1200">
          <a:solidFill>
            <a:schemeClr val="tx1"/>
          </a:solidFill>
          <a:latin typeface="+mj-lt"/>
          <a:ea typeface="+mj-ea"/>
          <a:cs typeface="+mj-cs"/>
        </a:defRPr>
      </a:lvl1pPr>
    </p:titleStyle>
    <p:bodyStyle>
      <a:lvl1pPr marL="1135107" indent="-1135107" algn="l" defTabSz="3026955" rtl="0" eaLnBrk="1" latinLnBrk="0" hangingPunct="1">
        <a:spcBef>
          <a:spcPct val="20000"/>
        </a:spcBef>
        <a:buFont typeface="Arial" pitchFamily="34" charset="0"/>
        <a:buChar char="•"/>
        <a:defRPr sz="10596" kern="1200">
          <a:solidFill>
            <a:schemeClr val="tx1"/>
          </a:solidFill>
          <a:latin typeface="+mn-lt"/>
          <a:ea typeface="+mn-ea"/>
          <a:cs typeface="+mn-cs"/>
        </a:defRPr>
      </a:lvl1pPr>
      <a:lvl2pPr marL="2459401" indent="-945925" algn="l" defTabSz="3026955" rtl="0" eaLnBrk="1" latinLnBrk="0" hangingPunct="1">
        <a:spcBef>
          <a:spcPct val="20000"/>
        </a:spcBef>
        <a:buFont typeface="Arial" pitchFamily="34" charset="0"/>
        <a:buChar char="–"/>
        <a:defRPr sz="9271" kern="1200">
          <a:solidFill>
            <a:schemeClr val="tx1"/>
          </a:solidFill>
          <a:latin typeface="+mn-lt"/>
          <a:ea typeface="+mn-ea"/>
          <a:cs typeface="+mn-cs"/>
        </a:defRPr>
      </a:lvl2pPr>
      <a:lvl3pPr marL="3783692" indent="-756741" algn="l" defTabSz="3026955" rtl="0" eaLnBrk="1" latinLnBrk="0" hangingPunct="1">
        <a:spcBef>
          <a:spcPct val="20000"/>
        </a:spcBef>
        <a:buFont typeface="Arial" pitchFamily="34" charset="0"/>
        <a:buChar char="•"/>
        <a:defRPr sz="7946" kern="1200">
          <a:solidFill>
            <a:schemeClr val="tx1"/>
          </a:solidFill>
          <a:latin typeface="+mn-lt"/>
          <a:ea typeface="+mn-ea"/>
          <a:cs typeface="+mn-cs"/>
        </a:defRPr>
      </a:lvl3pPr>
      <a:lvl4pPr marL="5297170" indent="-756741" algn="l" defTabSz="3026955" rtl="0" eaLnBrk="1" latinLnBrk="0" hangingPunct="1">
        <a:spcBef>
          <a:spcPct val="20000"/>
        </a:spcBef>
        <a:buFont typeface="Arial" pitchFamily="34" charset="0"/>
        <a:buChar char="–"/>
        <a:defRPr sz="6622" kern="1200">
          <a:solidFill>
            <a:schemeClr val="tx1"/>
          </a:solidFill>
          <a:latin typeface="+mn-lt"/>
          <a:ea typeface="+mn-ea"/>
          <a:cs typeface="+mn-cs"/>
        </a:defRPr>
      </a:lvl4pPr>
      <a:lvl5pPr marL="6810645" indent="-756741" algn="l" defTabSz="3026955" rtl="0" eaLnBrk="1" latinLnBrk="0" hangingPunct="1">
        <a:spcBef>
          <a:spcPct val="20000"/>
        </a:spcBef>
        <a:buFont typeface="Arial" pitchFamily="34" charset="0"/>
        <a:buChar char="»"/>
        <a:defRPr sz="6622" kern="1200">
          <a:solidFill>
            <a:schemeClr val="tx1"/>
          </a:solidFill>
          <a:latin typeface="+mn-lt"/>
          <a:ea typeface="+mn-ea"/>
          <a:cs typeface="+mn-cs"/>
        </a:defRPr>
      </a:lvl5pPr>
      <a:lvl6pPr marL="8324125" indent="-756741" algn="l" defTabSz="3026955" rtl="0" eaLnBrk="1" latinLnBrk="0" hangingPunct="1">
        <a:spcBef>
          <a:spcPct val="20000"/>
        </a:spcBef>
        <a:buFont typeface="Arial" pitchFamily="34" charset="0"/>
        <a:buChar char="•"/>
        <a:defRPr sz="6622" kern="1200">
          <a:solidFill>
            <a:schemeClr val="tx1"/>
          </a:solidFill>
          <a:latin typeface="+mn-lt"/>
          <a:ea typeface="+mn-ea"/>
          <a:cs typeface="+mn-cs"/>
        </a:defRPr>
      </a:lvl6pPr>
      <a:lvl7pPr marL="9837600" indent="-756741" algn="l" defTabSz="3026955" rtl="0" eaLnBrk="1" latinLnBrk="0" hangingPunct="1">
        <a:spcBef>
          <a:spcPct val="20000"/>
        </a:spcBef>
        <a:buFont typeface="Arial" pitchFamily="34" charset="0"/>
        <a:buChar char="•"/>
        <a:defRPr sz="6622" kern="1200">
          <a:solidFill>
            <a:schemeClr val="tx1"/>
          </a:solidFill>
          <a:latin typeface="+mn-lt"/>
          <a:ea typeface="+mn-ea"/>
          <a:cs typeface="+mn-cs"/>
        </a:defRPr>
      </a:lvl7pPr>
      <a:lvl8pPr marL="11351078" indent="-756741" algn="l" defTabSz="3026955" rtl="0" eaLnBrk="1" latinLnBrk="0" hangingPunct="1">
        <a:spcBef>
          <a:spcPct val="20000"/>
        </a:spcBef>
        <a:buFont typeface="Arial" pitchFamily="34" charset="0"/>
        <a:buChar char="•"/>
        <a:defRPr sz="6622" kern="1200">
          <a:solidFill>
            <a:schemeClr val="tx1"/>
          </a:solidFill>
          <a:latin typeface="+mn-lt"/>
          <a:ea typeface="+mn-ea"/>
          <a:cs typeface="+mn-cs"/>
        </a:defRPr>
      </a:lvl8pPr>
      <a:lvl9pPr marL="12864553" indent="-756741" algn="l" defTabSz="3026955" rtl="0" eaLnBrk="1" latinLnBrk="0" hangingPunct="1">
        <a:spcBef>
          <a:spcPct val="20000"/>
        </a:spcBef>
        <a:buFont typeface="Arial" pitchFamily="34" charset="0"/>
        <a:buChar char="•"/>
        <a:defRPr sz="6622" kern="1200">
          <a:solidFill>
            <a:schemeClr val="tx1"/>
          </a:solidFill>
          <a:latin typeface="+mn-lt"/>
          <a:ea typeface="+mn-ea"/>
          <a:cs typeface="+mn-cs"/>
        </a:defRPr>
      </a:lvl9pPr>
    </p:bodyStyle>
    <p:otherStyle>
      <a:defPPr>
        <a:defRPr lang="en-US"/>
      </a:defPPr>
      <a:lvl1pPr marL="0" algn="l" defTabSz="3026955" rtl="0" eaLnBrk="1" latinLnBrk="0" hangingPunct="1">
        <a:defRPr sz="5959" kern="1200">
          <a:solidFill>
            <a:schemeClr val="tx1"/>
          </a:solidFill>
          <a:latin typeface="+mn-lt"/>
          <a:ea typeface="+mn-ea"/>
          <a:cs typeface="+mn-cs"/>
        </a:defRPr>
      </a:lvl1pPr>
      <a:lvl2pPr marL="1513476" algn="l" defTabSz="3026955" rtl="0" eaLnBrk="1" latinLnBrk="0" hangingPunct="1">
        <a:defRPr sz="5959" kern="1200">
          <a:solidFill>
            <a:schemeClr val="tx1"/>
          </a:solidFill>
          <a:latin typeface="+mn-lt"/>
          <a:ea typeface="+mn-ea"/>
          <a:cs typeface="+mn-cs"/>
        </a:defRPr>
      </a:lvl2pPr>
      <a:lvl3pPr marL="3026955" algn="l" defTabSz="3026955" rtl="0" eaLnBrk="1" latinLnBrk="0" hangingPunct="1">
        <a:defRPr sz="5959" kern="1200">
          <a:solidFill>
            <a:schemeClr val="tx1"/>
          </a:solidFill>
          <a:latin typeface="+mn-lt"/>
          <a:ea typeface="+mn-ea"/>
          <a:cs typeface="+mn-cs"/>
        </a:defRPr>
      </a:lvl3pPr>
      <a:lvl4pPr marL="4540429" algn="l" defTabSz="3026955" rtl="0" eaLnBrk="1" latinLnBrk="0" hangingPunct="1">
        <a:defRPr sz="5959" kern="1200">
          <a:solidFill>
            <a:schemeClr val="tx1"/>
          </a:solidFill>
          <a:latin typeface="+mn-lt"/>
          <a:ea typeface="+mn-ea"/>
          <a:cs typeface="+mn-cs"/>
        </a:defRPr>
      </a:lvl4pPr>
      <a:lvl5pPr marL="6053908" algn="l" defTabSz="3026955" rtl="0" eaLnBrk="1" latinLnBrk="0" hangingPunct="1">
        <a:defRPr sz="5959" kern="1200">
          <a:solidFill>
            <a:schemeClr val="tx1"/>
          </a:solidFill>
          <a:latin typeface="+mn-lt"/>
          <a:ea typeface="+mn-ea"/>
          <a:cs typeface="+mn-cs"/>
        </a:defRPr>
      </a:lvl5pPr>
      <a:lvl6pPr marL="7567384" algn="l" defTabSz="3026955" rtl="0" eaLnBrk="1" latinLnBrk="0" hangingPunct="1">
        <a:defRPr sz="5959" kern="1200">
          <a:solidFill>
            <a:schemeClr val="tx1"/>
          </a:solidFill>
          <a:latin typeface="+mn-lt"/>
          <a:ea typeface="+mn-ea"/>
          <a:cs typeface="+mn-cs"/>
        </a:defRPr>
      </a:lvl6pPr>
      <a:lvl7pPr marL="9080861" algn="l" defTabSz="3026955" rtl="0" eaLnBrk="1" latinLnBrk="0" hangingPunct="1">
        <a:defRPr sz="5959" kern="1200">
          <a:solidFill>
            <a:schemeClr val="tx1"/>
          </a:solidFill>
          <a:latin typeface="+mn-lt"/>
          <a:ea typeface="+mn-ea"/>
          <a:cs typeface="+mn-cs"/>
        </a:defRPr>
      </a:lvl7pPr>
      <a:lvl8pPr marL="10594341" algn="l" defTabSz="3026955" rtl="0" eaLnBrk="1" latinLnBrk="0" hangingPunct="1">
        <a:defRPr sz="5959" kern="1200">
          <a:solidFill>
            <a:schemeClr val="tx1"/>
          </a:solidFill>
          <a:latin typeface="+mn-lt"/>
          <a:ea typeface="+mn-ea"/>
          <a:cs typeface="+mn-cs"/>
        </a:defRPr>
      </a:lvl8pPr>
      <a:lvl9pPr marL="12107813" algn="l" defTabSz="3026955" rtl="0" eaLnBrk="1" latinLnBrk="0" hangingPunct="1">
        <a:defRPr sz="595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5A56688E-7A09-CE47-8D41-885740890248}"/>
              </a:ext>
            </a:extLst>
          </p:cNvPr>
          <p:cNvSpPr txBox="1"/>
          <p:nvPr/>
        </p:nvSpPr>
        <p:spPr>
          <a:xfrm>
            <a:off x="1490005" y="1054755"/>
            <a:ext cx="19667401" cy="2372957"/>
          </a:xfrm>
          <a:prstGeom prst="rect">
            <a:avLst/>
          </a:prstGeom>
          <a:noFill/>
        </p:spPr>
        <p:txBody>
          <a:bodyPr wrap="square" rtlCol="0">
            <a:spAutoFit/>
          </a:bodyPr>
          <a:lstStyle/>
          <a:p>
            <a:r>
              <a:rPr lang="en-US" b="1" dirty="0">
                <a:solidFill>
                  <a:schemeClr val="bg1"/>
                </a:solidFill>
              </a:rPr>
              <a:t>Mulhim: AI for Smart Course </a:t>
            </a:r>
            <a:r>
              <a:rPr lang="en-US" b="1" dirty="0" err="1">
                <a:solidFill>
                  <a:schemeClr val="bg1"/>
                </a:solidFill>
              </a:rPr>
              <a:t>Assesment</a:t>
            </a:r>
            <a:br>
              <a:rPr lang="en-US" sz="6600" dirty="0">
                <a:solidFill>
                  <a:schemeClr val="bg1"/>
                </a:solidFill>
              </a:rPr>
            </a:br>
            <a:endParaRPr lang="en-GB" sz="6600" b="1" dirty="0">
              <a:solidFill>
                <a:schemeClr val="bg1"/>
              </a:solidFill>
              <a:latin typeface="Arial" panose="020B0604020202020204" pitchFamily="34" charset="0"/>
            </a:endParaRPr>
          </a:p>
        </p:txBody>
      </p:sp>
      <p:sp>
        <p:nvSpPr>
          <p:cNvPr id="29" name="TextBox 28">
            <a:extLst>
              <a:ext uri="{FF2B5EF4-FFF2-40B4-BE49-F238E27FC236}">
                <a16:creationId xmlns:a16="http://schemas.microsoft.com/office/drawing/2014/main" id="{E166B3A4-AD2F-5542-BFAC-95A5B3E31A16}"/>
              </a:ext>
            </a:extLst>
          </p:cNvPr>
          <p:cNvSpPr txBox="1"/>
          <p:nvPr/>
        </p:nvSpPr>
        <p:spPr>
          <a:xfrm>
            <a:off x="1497806" y="2961481"/>
            <a:ext cx="18135600" cy="1308050"/>
          </a:xfrm>
          <a:prstGeom prst="rect">
            <a:avLst/>
          </a:prstGeom>
          <a:noFill/>
        </p:spPr>
        <p:txBody>
          <a:bodyPr wrap="square" rtlCol="0">
            <a:spAutoFit/>
          </a:bodyPr>
          <a:lstStyle/>
          <a:p>
            <a:pPr>
              <a:spcAft>
                <a:spcPts val="1800"/>
              </a:spcAft>
            </a:pPr>
            <a:r>
              <a:rPr lang="en-GB" sz="3200" b="1" dirty="0">
                <a:solidFill>
                  <a:schemeClr val="bg1"/>
                </a:solidFill>
                <a:latin typeface="Arial" panose="020B0604020202020204" pitchFamily="34" charset="0"/>
                <a:cs typeface="Arial" panose="020B0604020202020204" pitchFamily="34" charset="0"/>
              </a:rPr>
              <a:t>Hisham </a:t>
            </a:r>
            <a:r>
              <a:rPr lang="en-GB" sz="3200" b="1" dirty="0" err="1">
                <a:solidFill>
                  <a:schemeClr val="bg1"/>
                </a:solidFill>
                <a:latin typeface="Arial" panose="020B0604020202020204" pitchFamily="34" charset="0"/>
                <a:cs typeface="Arial" panose="020B0604020202020204" pitchFamily="34" charset="0"/>
              </a:rPr>
              <a:t>Alshref</a:t>
            </a:r>
            <a:r>
              <a:rPr lang="en-GB" sz="3200" b="1" dirty="0">
                <a:solidFill>
                  <a:schemeClr val="bg1"/>
                </a:solidFill>
                <a:latin typeface="Arial" panose="020B0604020202020204" pitchFamily="34" charset="0"/>
                <a:cs typeface="Arial" panose="020B0604020202020204" pitchFamily="34" charset="0"/>
              </a:rPr>
              <a:t> , Musallam </a:t>
            </a:r>
            <a:r>
              <a:rPr lang="en-GB" sz="3200" b="1" dirty="0" err="1">
                <a:solidFill>
                  <a:schemeClr val="bg1"/>
                </a:solidFill>
                <a:latin typeface="Arial" panose="020B0604020202020204" pitchFamily="34" charset="0"/>
                <a:cs typeface="Arial" panose="020B0604020202020204" pitchFamily="34" charset="0"/>
              </a:rPr>
              <a:t>Alomair</a:t>
            </a:r>
            <a:r>
              <a:rPr lang="en-GB" sz="3200" b="1" dirty="0">
                <a:solidFill>
                  <a:schemeClr val="bg1"/>
                </a:solidFill>
                <a:latin typeface="Arial" panose="020B0604020202020204" pitchFamily="34" charset="0"/>
                <a:cs typeface="Arial" panose="020B0604020202020204" pitchFamily="34" charset="0"/>
              </a:rPr>
              <a:t> , Salman Smell , Abdulaziz </a:t>
            </a:r>
            <a:r>
              <a:rPr lang="en-GB" sz="3200" b="1" dirty="0" err="1">
                <a:solidFill>
                  <a:schemeClr val="bg1"/>
                </a:solidFill>
                <a:latin typeface="Arial" panose="020B0604020202020204" pitchFamily="34" charset="0"/>
                <a:cs typeface="Arial" panose="020B0604020202020204" pitchFamily="34" charset="0"/>
              </a:rPr>
              <a:t>Aamri</a:t>
            </a:r>
            <a:r>
              <a:rPr lang="en-GB" sz="3200" b="1" dirty="0">
                <a:solidFill>
                  <a:schemeClr val="bg1"/>
                </a:solidFill>
                <a:latin typeface="Arial" panose="020B0604020202020204" pitchFamily="34" charset="0"/>
                <a:cs typeface="Arial" panose="020B0604020202020204" pitchFamily="34" charset="0"/>
              </a:rPr>
              <a:t> , Meshal </a:t>
            </a:r>
            <a:r>
              <a:rPr lang="en-GB" sz="3200" b="1" dirty="0" err="1">
                <a:solidFill>
                  <a:schemeClr val="bg1"/>
                </a:solidFill>
                <a:latin typeface="Arial" panose="020B0604020202020204" pitchFamily="34" charset="0"/>
                <a:cs typeface="Arial" panose="020B0604020202020204" pitchFamily="34" charset="0"/>
              </a:rPr>
              <a:t>Alssabbah</a:t>
            </a:r>
            <a:endParaRPr lang="en-GB" sz="3200" b="1" dirty="0">
              <a:solidFill>
                <a:schemeClr val="bg1"/>
              </a:solidFill>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sz="3200" dirty="0">
                <a:solidFill>
                  <a:schemeClr val="bg1"/>
                </a:solidFill>
                <a:latin typeface="Arial" panose="020B0604020202020204" pitchFamily="34" charset="0"/>
                <a:cs typeface="Arial" panose="020B0604020202020204" pitchFamily="34" charset="0"/>
              </a:rPr>
              <a:t>Department of Computer Science, School of CCIT Shaqra University, KSA</a:t>
            </a:r>
          </a:p>
        </p:txBody>
      </p:sp>
      <p:sp>
        <p:nvSpPr>
          <p:cNvPr id="3" name="مستطيل مستدير الزوايا 2"/>
          <p:cNvSpPr/>
          <p:nvPr/>
        </p:nvSpPr>
        <p:spPr>
          <a:xfrm>
            <a:off x="1497806" y="8219281"/>
            <a:ext cx="5029200" cy="914400"/>
          </a:xfrm>
          <a:prstGeom prst="roundRect">
            <a:avLst/>
          </a:prstGeom>
          <a:solidFill>
            <a:srgbClr val="C59A43"/>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indent="585788"/>
            <a:r>
              <a:rPr lang="en-US" sz="4800" b="1" dirty="0">
                <a:solidFill>
                  <a:schemeClr val="bg1"/>
                </a:solidFill>
              </a:rPr>
              <a:t>Introduction:</a:t>
            </a:r>
            <a:endParaRPr lang="ar-SA" sz="4800" b="1" dirty="0">
              <a:solidFill>
                <a:schemeClr val="bg1"/>
              </a:solidFill>
            </a:endParaRPr>
          </a:p>
        </p:txBody>
      </p:sp>
      <p:sp>
        <p:nvSpPr>
          <p:cNvPr id="4" name="مستطيل مستدير الزوايا 3"/>
          <p:cNvSpPr/>
          <p:nvPr/>
        </p:nvSpPr>
        <p:spPr>
          <a:xfrm>
            <a:off x="1497806" y="9362281"/>
            <a:ext cx="27279601" cy="3886200"/>
          </a:xfrm>
          <a:prstGeom prst="roundRect">
            <a:avLst>
              <a:gd name="adj" fmla="val 7263"/>
            </a:avLst>
          </a:prstGeom>
        </p:spPr>
        <p:style>
          <a:lnRef idx="2">
            <a:schemeClr val="accent1"/>
          </a:lnRef>
          <a:fillRef idx="1">
            <a:schemeClr val="lt1"/>
          </a:fillRef>
          <a:effectRef idx="0">
            <a:schemeClr val="accent1"/>
          </a:effectRef>
          <a:fontRef idx="minor">
            <a:schemeClr val="dk1"/>
          </a:fontRef>
        </p:style>
        <p:txBody>
          <a:bodyPr rtlCol="1" anchor="ctr"/>
          <a:lstStyle/>
          <a:p>
            <a:r>
              <a:rPr lang="en-US" sz="3600" dirty="0"/>
              <a:t>The process of assigning courses to faculty members poses a significant challenge in academic institutions due to reliance on traditional methods, often resulting in poor allocation and misalignment between expertise and course requirements. To address this, </a:t>
            </a:r>
            <a:r>
              <a:rPr lang="en-US" sz="3600" dirty="0" err="1"/>
              <a:t>Muelhim</a:t>
            </a:r>
            <a:r>
              <a:rPr lang="en-US" sz="3600" dirty="0"/>
              <a:t> introduces an AI-powered platform that re-engineers the process scientifically and objectively by analyzing faculty profiles and diagnosing their strengths and weaknesses. When knowledge gaps are identified, the platform provides tailored development plans that include courses, certifications, and up-to-date research resources. Beyond ensuring the right match between faculty and courses, </a:t>
            </a:r>
            <a:r>
              <a:rPr lang="en-US" sz="3600" dirty="0" err="1"/>
              <a:t>Muelhim</a:t>
            </a:r>
            <a:r>
              <a:rPr lang="en-US" sz="3600" dirty="0"/>
              <a:t> builds a roadmap for enhancing teaching and research capabilities. This integrated approach not only improves educational quality and institutional efficiency but also fosters a culture of continuous learning and professional growth.</a:t>
            </a:r>
            <a:endParaRPr lang="en-US" sz="3600" dirty="0">
              <a:latin typeface="Arial" panose="020B0604020202020204" pitchFamily="34" charset="0"/>
            </a:endParaRPr>
          </a:p>
        </p:txBody>
      </p:sp>
      <p:sp>
        <p:nvSpPr>
          <p:cNvPr id="13" name="مستطيل مستدير الزوايا 12"/>
          <p:cNvSpPr/>
          <p:nvPr/>
        </p:nvSpPr>
        <p:spPr>
          <a:xfrm>
            <a:off x="1497806" y="13858081"/>
            <a:ext cx="5029200" cy="914400"/>
          </a:xfrm>
          <a:prstGeom prst="roundRect">
            <a:avLst/>
          </a:prstGeom>
          <a:solidFill>
            <a:srgbClr val="C59A43"/>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indent="520700"/>
            <a:r>
              <a:rPr lang="en-US" sz="4800" b="1" dirty="0">
                <a:solidFill>
                  <a:schemeClr val="bg1"/>
                </a:solidFill>
              </a:rPr>
              <a:t>Methods:</a:t>
            </a:r>
            <a:endParaRPr lang="ar-SA" sz="4800" b="1" dirty="0">
              <a:solidFill>
                <a:schemeClr val="bg1"/>
              </a:solidFill>
            </a:endParaRPr>
          </a:p>
        </p:txBody>
      </p:sp>
      <p:sp>
        <p:nvSpPr>
          <p:cNvPr id="14" name="مستطيل مستدير الزوايا 13"/>
          <p:cNvSpPr/>
          <p:nvPr/>
        </p:nvSpPr>
        <p:spPr>
          <a:xfrm>
            <a:off x="1490005" y="15153481"/>
            <a:ext cx="12809401" cy="11277600"/>
          </a:xfrm>
          <a:prstGeom prst="roundRect">
            <a:avLst>
              <a:gd name="adj" fmla="val 2413"/>
            </a:avLst>
          </a:prstGeom>
        </p:spPr>
        <p:style>
          <a:lnRef idx="2">
            <a:schemeClr val="accent1"/>
          </a:lnRef>
          <a:fillRef idx="1">
            <a:schemeClr val="lt1"/>
          </a:fillRef>
          <a:effectRef idx="0">
            <a:schemeClr val="accent1"/>
          </a:effectRef>
          <a:fontRef idx="minor">
            <a:schemeClr val="dk1"/>
          </a:fontRef>
        </p:style>
        <p:txBody>
          <a:bodyPr tIns="216000" rtlCol="1" anchor="t" anchorCtr="0"/>
          <a:lstStyle/>
          <a:p>
            <a:r>
              <a:rPr lang="en-US" sz="3600" dirty="0"/>
              <a:t>The development of the </a:t>
            </a:r>
            <a:r>
              <a:rPr lang="en-US" sz="3600" dirty="0" err="1"/>
              <a:t>Muelhim</a:t>
            </a:r>
            <a:r>
              <a:rPr lang="en-US" sz="3600" dirty="0"/>
              <a:t> platform followed a structured, data-centric methodology. First, a comprehensive relational database was designed to aggregate and centralize diverse data, including faculty profiles (specialization, qualifications, years of experience, previously taught courses) and historical student evaluations (both numerical ratings and unstructured textual feedback). The core intelligence of the platform is driven by the implementation of multiple machine learning models: A </a:t>
            </a:r>
            <a:r>
              <a:rPr lang="en-US" sz="3600" b="1" dirty="0"/>
              <a:t>Random Forest classifier</a:t>
            </a:r>
            <a:r>
              <a:rPr lang="en-US" sz="3600" dirty="0"/>
              <a:t> was employed to predict the suitability score of a faculty member for a specific course, using features like specialization alignment and past performance. For deep analysis of qualitative feedback, a </a:t>
            </a:r>
            <a:r>
              <a:rPr lang="en-US" sz="3600" b="1" dirty="0"/>
              <a:t>Natural Language Processing (NLP) pipeline utilizing the pre-trained AraBERT model</a:t>
            </a:r>
            <a:r>
              <a:rPr lang="en-US" sz="3600" dirty="0"/>
              <a:t> was developed to perform sentiment analysis and extract key themes from student comments. Finally, a </a:t>
            </a:r>
            <a:r>
              <a:rPr lang="en-US" sz="3600" b="1" dirty="0"/>
              <a:t>Hybrid Recommendation Engine</a:t>
            </a:r>
            <a:r>
              <a:rPr lang="en-US" sz="3600" dirty="0"/>
              <a:t> was built to provide personalized, actionable suggestions for professional development to faculty members based on their performance patterns. The system was integrated into a user-friendly web interface for seamless interaction.</a:t>
            </a:r>
            <a:endParaRPr lang="en-US" sz="3600" dirty="0">
              <a:latin typeface="Arial" panose="020B0604020202020204" pitchFamily="34" charset="0"/>
            </a:endParaRPr>
          </a:p>
        </p:txBody>
      </p:sp>
      <p:sp>
        <p:nvSpPr>
          <p:cNvPr id="15" name="مستطيل مستدير الزوايا 14"/>
          <p:cNvSpPr/>
          <p:nvPr/>
        </p:nvSpPr>
        <p:spPr>
          <a:xfrm>
            <a:off x="15899606" y="13858081"/>
            <a:ext cx="5029200" cy="914400"/>
          </a:xfrm>
          <a:prstGeom prst="roundRect">
            <a:avLst/>
          </a:prstGeom>
          <a:solidFill>
            <a:srgbClr val="C59A43"/>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indent="390525"/>
            <a:r>
              <a:rPr lang="en-US" sz="4800" b="1" dirty="0">
                <a:solidFill>
                  <a:schemeClr val="bg1"/>
                </a:solidFill>
              </a:rPr>
              <a:t>Result:</a:t>
            </a:r>
            <a:endParaRPr lang="ar-SA" sz="4800" b="1" dirty="0">
              <a:solidFill>
                <a:schemeClr val="bg1"/>
              </a:solidFill>
            </a:endParaRPr>
          </a:p>
        </p:txBody>
      </p:sp>
      <p:sp>
        <p:nvSpPr>
          <p:cNvPr id="16" name="مستطيل مستدير الزوايا 15"/>
          <p:cNvSpPr/>
          <p:nvPr/>
        </p:nvSpPr>
        <p:spPr>
          <a:xfrm>
            <a:off x="15891805" y="15153481"/>
            <a:ext cx="13800001" cy="14706600"/>
          </a:xfrm>
          <a:prstGeom prst="roundRect">
            <a:avLst>
              <a:gd name="adj" fmla="val 2413"/>
            </a:avLst>
          </a:prstGeom>
          <a:solidFill>
            <a:srgbClr val="F9FAFB"/>
          </a:solidFill>
        </p:spPr>
        <p:style>
          <a:lnRef idx="2">
            <a:schemeClr val="accent1"/>
          </a:lnRef>
          <a:fillRef idx="1">
            <a:schemeClr val="lt1"/>
          </a:fillRef>
          <a:effectRef idx="0">
            <a:schemeClr val="accent1"/>
          </a:effectRef>
          <a:fontRef idx="minor">
            <a:schemeClr val="dk1"/>
          </a:fontRef>
        </p:style>
        <p:txBody>
          <a:bodyPr tIns="216000" bIns="216000" rtlCol="1" anchor="t" anchorCtr="0"/>
          <a:lstStyle/>
          <a:p>
            <a:endParaRPr lang="en-US" sz="3600" dirty="0">
              <a:latin typeface="Arial" panose="020B0604020202020204" pitchFamily="34" charset="0"/>
            </a:endParaRPr>
          </a:p>
        </p:txBody>
      </p:sp>
      <p:sp>
        <p:nvSpPr>
          <p:cNvPr id="17" name="مستطيل مستدير الزوايا 16"/>
          <p:cNvSpPr/>
          <p:nvPr/>
        </p:nvSpPr>
        <p:spPr>
          <a:xfrm>
            <a:off x="15891803" y="30276481"/>
            <a:ext cx="5029200" cy="914400"/>
          </a:xfrm>
          <a:prstGeom prst="roundRect">
            <a:avLst/>
          </a:prstGeom>
          <a:solidFill>
            <a:srgbClr val="C59A43"/>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indent="422275"/>
            <a:r>
              <a:rPr lang="en-US" sz="4800" b="1" dirty="0">
                <a:solidFill>
                  <a:schemeClr val="bg1"/>
                </a:solidFill>
              </a:rPr>
              <a:t>Conclusion:</a:t>
            </a:r>
            <a:endParaRPr lang="ar-SA" sz="4800" b="1" dirty="0">
              <a:solidFill>
                <a:schemeClr val="bg1"/>
              </a:solidFill>
            </a:endParaRPr>
          </a:p>
        </p:txBody>
      </p:sp>
      <p:sp>
        <p:nvSpPr>
          <p:cNvPr id="18" name="مستطيل مستدير الزوايا 17"/>
          <p:cNvSpPr/>
          <p:nvPr/>
        </p:nvSpPr>
        <p:spPr>
          <a:xfrm>
            <a:off x="15891803" y="31384081"/>
            <a:ext cx="12809401" cy="8762999"/>
          </a:xfrm>
          <a:prstGeom prst="roundRect">
            <a:avLst>
              <a:gd name="adj" fmla="val 9788"/>
            </a:avLst>
          </a:prstGeom>
        </p:spPr>
        <p:style>
          <a:lnRef idx="2">
            <a:schemeClr val="accent1"/>
          </a:lnRef>
          <a:fillRef idx="1">
            <a:schemeClr val="lt1"/>
          </a:fillRef>
          <a:effectRef idx="0">
            <a:schemeClr val="accent1"/>
          </a:effectRef>
          <a:fontRef idx="minor">
            <a:schemeClr val="dk1"/>
          </a:fontRef>
        </p:style>
        <p:txBody>
          <a:bodyPr tIns="216000" bIns="216000" rtlCol="1" anchor="t" anchorCtr="0"/>
          <a:lstStyle/>
          <a:p>
            <a:r>
              <a:rPr lang="en-US" sz="3600" dirty="0"/>
              <a:t>Building on what has been presented, we aspire for </a:t>
            </a:r>
            <a:r>
              <a:rPr lang="en-US" sz="3600" dirty="0" err="1"/>
              <a:t>Muelhim</a:t>
            </a:r>
            <a:r>
              <a:rPr lang="en-US" sz="3600" dirty="0"/>
              <a:t> to become one of the fundamental pillars in enhancing and improving the quality of course allocation among faculty members, while addressing the gaps that academic staff may face in their assigned courses. The platform’s vision goes beyond ensuring the right match between instructor and course—it aims to foster a comprehensive academic environment that supports research excellence, strengthens teaching efficiency, and delivers continuous development plans to elevate educational standards. Our ambition is for </a:t>
            </a:r>
            <a:r>
              <a:rPr lang="en-US" sz="3600" dirty="0" err="1"/>
              <a:t>Muelhim</a:t>
            </a:r>
            <a:r>
              <a:rPr lang="en-US" sz="3600" dirty="0"/>
              <a:t> to evolve into a global benchmark for re-engineering academic management through AI, serving as a strategic tool that empowers institutions to achieve accreditation, ensure quality, and cultivate a more future-ready academic community.</a:t>
            </a:r>
            <a:endParaRPr lang="en-US" sz="3600" dirty="0">
              <a:latin typeface="Arial" panose="020B0604020202020204" pitchFamily="34" charset="0"/>
            </a:endParaRPr>
          </a:p>
        </p:txBody>
      </p:sp>
      <p:sp>
        <p:nvSpPr>
          <p:cNvPr id="19" name="مستطيل مستدير الزوايا 18"/>
          <p:cNvSpPr/>
          <p:nvPr/>
        </p:nvSpPr>
        <p:spPr>
          <a:xfrm>
            <a:off x="1490005" y="26832242"/>
            <a:ext cx="5029200" cy="914400"/>
          </a:xfrm>
          <a:prstGeom prst="roundRect">
            <a:avLst/>
          </a:prstGeom>
          <a:solidFill>
            <a:srgbClr val="C59A43"/>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indent="585788"/>
            <a:r>
              <a:rPr lang="en-US" sz="4800" b="1" dirty="0">
                <a:solidFill>
                  <a:schemeClr val="bg1"/>
                </a:solidFill>
              </a:rPr>
              <a:t>Result:</a:t>
            </a:r>
            <a:endParaRPr lang="ar-SA" sz="4800" b="1" dirty="0">
              <a:solidFill>
                <a:schemeClr val="bg1"/>
              </a:solidFill>
            </a:endParaRPr>
          </a:p>
        </p:txBody>
      </p:sp>
      <p:sp>
        <p:nvSpPr>
          <p:cNvPr id="20" name="مستطيل مستدير الزوايا 19"/>
          <p:cNvSpPr/>
          <p:nvPr/>
        </p:nvSpPr>
        <p:spPr>
          <a:xfrm>
            <a:off x="1479051" y="28336081"/>
            <a:ext cx="12809401" cy="13870836"/>
          </a:xfrm>
          <a:prstGeom prst="roundRect">
            <a:avLst>
              <a:gd name="adj" fmla="val 6257"/>
            </a:avLst>
          </a:prstGeom>
        </p:spPr>
        <p:style>
          <a:lnRef idx="2">
            <a:schemeClr val="accent1"/>
          </a:lnRef>
          <a:fillRef idx="1">
            <a:schemeClr val="lt1"/>
          </a:fillRef>
          <a:effectRef idx="0">
            <a:schemeClr val="accent1"/>
          </a:effectRef>
          <a:fontRef idx="minor">
            <a:schemeClr val="dk1"/>
          </a:fontRef>
        </p:style>
        <p:txBody>
          <a:bodyPr tIns="216000" bIns="216000" rtlCol="1" anchor="t" anchorCtr="0"/>
          <a:lstStyle/>
          <a:p>
            <a:r>
              <a:rPr lang="en-US" sz="3600" dirty="0"/>
              <a:t>The initial pilot phase of the </a:t>
            </a:r>
            <a:r>
              <a:rPr lang="en-US" sz="3600" dirty="0" err="1"/>
              <a:t>Muelhim</a:t>
            </a:r>
            <a:r>
              <a:rPr lang="en-US" sz="3600" dirty="0"/>
              <a:t> platform has demonstrated highly accurate and promising outcomes through its integrated intelligent models. The Faculty Research Analysis Model achieved an accuracy rate of 85% in evaluating the quality of research output and its alignment with faculty specialization, providing clear indicators that support academic promotion decisions and strengthen research excellence. On another front, the Lecture Analysis Model for non-attendance-based sessions reached 80% accuracy in assessing delivery quality, digital engagement, and content organization—directly enhancing e-learning experiences and improving teaching performance. These results highlight </a:t>
            </a:r>
            <a:r>
              <a:rPr lang="en-US" sz="3600" dirty="0" err="1"/>
              <a:t>Muelhim’s</a:t>
            </a:r>
            <a:r>
              <a:rPr lang="en-US" sz="3600" dirty="0"/>
              <a:t> value not only as a course allocation system but as a comprehensive framework for building an accurate profile of academic and research capabilities. With its analytical reports and tailored developmental recommendations, the platform drives institutional efficiency, continuous improvement, and ensures sustained educational quality.</a:t>
            </a:r>
            <a:endParaRPr lang="en-US" sz="3600" dirty="0">
              <a:latin typeface="Arial" panose="020B0604020202020204" pitchFamily="34" charset="0"/>
            </a:endParaRPr>
          </a:p>
        </p:txBody>
      </p:sp>
      <p:sp>
        <p:nvSpPr>
          <p:cNvPr id="22" name="مستطيل مستدير الزوايا 21"/>
          <p:cNvSpPr/>
          <p:nvPr/>
        </p:nvSpPr>
        <p:spPr>
          <a:xfrm>
            <a:off x="15891804" y="40375681"/>
            <a:ext cx="12809401" cy="1905000"/>
          </a:xfrm>
          <a:prstGeom prst="roundRect">
            <a:avLst/>
          </a:prstGeom>
          <a:solidFill>
            <a:srgbClr val="C59A43"/>
          </a:solidFill>
          <a:ln>
            <a:noFill/>
          </a:ln>
          <a:effectLst>
            <a:outerShdw blurRad="76200" dir="18900000" sy="23000" kx="-1200000" algn="bl" rotWithShape="0">
              <a:prstClr val="black">
                <a:alpha val="20000"/>
              </a:prstClr>
            </a:outerShdw>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sz="3600" b="1" dirty="0">
                <a:solidFill>
                  <a:schemeClr val="bg1"/>
                </a:solidFill>
              </a:rPr>
              <a:t>References:</a:t>
            </a:r>
            <a:endParaRPr lang="ar-SA" sz="3600" b="1" dirty="0">
              <a:solidFill>
                <a:schemeClr val="bg1"/>
              </a:solidFill>
            </a:endParaRPr>
          </a:p>
          <a:p>
            <a:r>
              <a:rPr lang="en-GB" sz="3600" b="1" dirty="0">
                <a:solidFill>
                  <a:schemeClr val="bg1"/>
                </a:solidFill>
              </a:rPr>
              <a:t>1- </a:t>
            </a:r>
            <a:r>
              <a:rPr lang="en-US" sz="3600" dirty="0"/>
              <a:t>UC Davis</a:t>
            </a:r>
            <a:endParaRPr lang="en-GB" sz="3600" b="1" dirty="0">
              <a:solidFill>
                <a:schemeClr val="bg1"/>
              </a:solidFill>
            </a:endParaRPr>
          </a:p>
          <a:p>
            <a:r>
              <a:rPr lang="en-GB" sz="3600" b="1" dirty="0">
                <a:solidFill>
                  <a:schemeClr val="bg1"/>
                </a:solidFill>
              </a:rPr>
              <a:t>2- </a:t>
            </a:r>
            <a:r>
              <a:rPr lang="en-US" sz="3600" dirty="0" err="1"/>
              <a:t>Universitat</a:t>
            </a:r>
            <a:r>
              <a:rPr lang="en-US" sz="3600" dirty="0"/>
              <a:t> </a:t>
            </a:r>
            <a:r>
              <a:rPr lang="en-US" sz="3600" dirty="0" err="1"/>
              <a:t>Politècnica</a:t>
            </a:r>
            <a:r>
              <a:rPr lang="en-US" sz="3600" dirty="0"/>
              <a:t> de Catalunya (UPC)</a:t>
            </a:r>
            <a:endParaRPr lang="en-GB" sz="3600" b="1" dirty="0">
              <a:solidFill>
                <a:schemeClr val="bg1"/>
              </a:solidFill>
            </a:endParaRPr>
          </a:p>
        </p:txBody>
      </p:sp>
      <p:pic>
        <p:nvPicPr>
          <p:cNvPr id="7" name="صورة 6">
            <a:extLst>
              <a:ext uri="{FF2B5EF4-FFF2-40B4-BE49-F238E27FC236}">
                <a16:creationId xmlns:a16="http://schemas.microsoft.com/office/drawing/2014/main" id="{89DC08E7-F9AC-C16D-4514-5EF8248B97DC}"/>
              </a:ext>
            </a:extLst>
          </p:cNvPr>
          <p:cNvPicPr>
            <a:picLocks noChangeAspect="1"/>
          </p:cNvPicPr>
          <p:nvPr/>
        </p:nvPicPr>
        <p:blipFill>
          <a:blip r:embed="rId4"/>
          <a:stretch>
            <a:fillRect/>
          </a:stretch>
        </p:blipFill>
        <p:spPr>
          <a:xfrm>
            <a:off x="15891803" y="15313569"/>
            <a:ext cx="13571404" cy="5762999"/>
          </a:xfrm>
          <a:prstGeom prst="rect">
            <a:avLst/>
          </a:prstGeom>
        </p:spPr>
      </p:pic>
      <p:pic>
        <p:nvPicPr>
          <p:cNvPr id="9" name="صورة 8">
            <a:extLst>
              <a:ext uri="{FF2B5EF4-FFF2-40B4-BE49-F238E27FC236}">
                <a16:creationId xmlns:a16="http://schemas.microsoft.com/office/drawing/2014/main" id="{0E794247-2B32-647C-BF74-302EB2203FBF}"/>
              </a:ext>
            </a:extLst>
          </p:cNvPr>
          <p:cNvPicPr>
            <a:picLocks noChangeAspect="1"/>
          </p:cNvPicPr>
          <p:nvPr/>
        </p:nvPicPr>
        <p:blipFill>
          <a:blip r:embed="rId5"/>
          <a:stretch>
            <a:fillRect/>
          </a:stretch>
        </p:blipFill>
        <p:spPr>
          <a:xfrm>
            <a:off x="16006103" y="23492216"/>
            <a:ext cx="13571404" cy="6022265"/>
          </a:xfrm>
          <a:prstGeom prst="rect">
            <a:avLst/>
          </a:prstGeom>
        </p:spPr>
      </p:pic>
      <p:cxnSp>
        <p:nvCxnSpPr>
          <p:cNvPr id="23" name="رابط مستقيم 22">
            <a:extLst>
              <a:ext uri="{FF2B5EF4-FFF2-40B4-BE49-F238E27FC236}">
                <a16:creationId xmlns:a16="http://schemas.microsoft.com/office/drawing/2014/main" id="{6034F002-C76A-391F-4CD4-BEA84AA1EA92}"/>
              </a:ext>
            </a:extLst>
          </p:cNvPr>
          <p:cNvCxnSpPr>
            <a:cxnSpLocks/>
          </p:cNvCxnSpPr>
          <p:nvPr/>
        </p:nvCxnSpPr>
        <p:spPr>
          <a:xfrm>
            <a:off x="15924426" y="22506781"/>
            <a:ext cx="13734757" cy="0"/>
          </a:xfrm>
          <a:prstGeom prst="line">
            <a:avLst/>
          </a:prstGeom>
          <a:ln w="793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27045534"/>
      </p:ext>
    </p:extLst>
  </p:cSld>
  <p:clrMapOvr>
    <a:masterClrMapping/>
  </p:clrMapOvr>
</p:sld>
</file>

<file path=ppt/theme/theme1.xml><?xml version="1.0" encoding="utf-8"?>
<a:theme xmlns:a="http://schemas.openxmlformats.org/drawingml/2006/main" name="Office Theme">
  <a:themeElements>
    <a:clrScheme name="Couture">
      <a:dk1>
        <a:sysClr val="windowText" lastClr="000000"/>
      </a:dk1>
      <a:lt1>
        <a:sysClr val="window" lastClr="FFFFFF"/>
      </a:lt1>
      <a:dk2>
        <a:srgbClr val="37302A"/>
      </a:dk2>
      <a:lt2>
        <a:srgbClr val="D0CCB9"/>
      </a:lt2>
      <a:accent1>
        <a:srgbClr val="9E8E5C"/>
      </a:accent1>
      <a:accent2>
        <a:srgbClr val="A09781"/>
      </a:accent2>
      <a:accent3>
        <a:srgbClr val="85776D"/>
      </a:accent3>
      <a:accent4>
        <a:srgbClr val="AEAFA9"/>
      </a:accent4>
      <a:accent5>
        <a:srgbClr val="8D878B"/>
      </a:accent5>
      <a:accent6>
        <a:srgbClr val="6B6149"/>
      </a:accent6>
      <a:hlink>
        <a:srgbClr val="B6A272"/>
      </a:hlink>
      <a:folHlink>
        <a:srgbClr val="8A784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7561</TotalTime>
  <Words>638</Words>
  <Application>Microsoft Office PowerPoint</Application>
  <PresentationFormat>مخصص</PresentationFormat>
  <Paragraphs>16</Paragraphs>
  <Slides>1</Slides>
  <Notes>1</Notes>
  <HiddenSlides>0</HiddenSlides>
  <MMClips>0</MMClips>
  <ScaleCrop>false</ScaleCrop>
  <HeadingPairs>
    <vt:vector size="6" baseType="variant">
      <vt:variant>
        <vt:lpstr>الخطوط المستخدمة</vt:lpstr>
      </vt:variant>
      <vt:variant>
        <vt:i4>2</vt:i4>
      </vt:variant>
      <vt:variant>
        <vt:lpstr>نسق</vt:lpstr>
      </vt:variant>
      <vt:variant>
        <vt:i4>1</vt:i4>
      </vt:variant>
      <vt:variant>
        <vt:lpstr>عناوين الشرائح</vt:lpstr>
      </vt:variant>
      <vt:variant>
        <vt:i4>1</vt:i4>
      </vt:variant>
    </vt:vector>
  </HeadingPairs>
  <TitlesOfParts>
    <vt:vector size="4" baseType="lpstr">
      <vt:lpstr>Arial</vt:lpstr>
      <vt:lpstr>Calibri</vt:lpstr>
      <vt:lpstr>Office Theme</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Alrouji Mohammed</dc:creator>
  <cp:lastModifiedBy>R2 5</cp:lastModifiedBy>
  <cp:revision>259</cp:revision>
  <cp:lastPrinted>2017-06-28T01:19:01Z</cp:lastPrinted>
  <dcterms:created xsi:type="dcterms:W3CDTF">2006-08-16T00:00:00Z</dcterms:created>
  <dcterms:modified xsi:type="dcterms:W3CDTF">2025-09-02T22:54:46Z</dcterms:modified>
</cp:coreProperties>
</file>